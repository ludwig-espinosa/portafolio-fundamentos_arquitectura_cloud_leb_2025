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2BDF4A-EF50-4B68-B8C8-F2DEE12FF5BF}">
  <a:tblStyle styleId="{952BDF4A-EF50-4B68-B8C8-F2DEE12FF5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9ad80af9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9ad80af9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9ad80af9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9ad80af9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9ad80af9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9ad80af9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9ad80af90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9ad80af90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9ad80af90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9ad80af90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5300" y="92675"/>
            <a:ext cx="3493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Escenario 1 – Plataforma de banca digital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 Servicio elegido:</a:t>
            </a:r>
            <a:r>
              <a:rPr lang="es" sz="1000">
                <a:solidFill>
                  <a:schemeClr val="dk1"/>
                </a:solidFill>
              </a:rPr>
              <a:t> </a:t>
            </a:r>
            <a:r>
              <a:rPr b="1" lang="es" sz="1000">
                <a:solidFill>
                  <a:schemeClr val="dk1"/>
                </a:solidFill>
              </a:rPr>
              <a:t>Amazon RDS for Oracle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 Justificación técnica: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" sz="1000">
                <a:solidFill>
                  <a:schemeClr val="dk1"/>
                </a:solidFill>
              </a:rPr>
              <a:t>Rendimiento:</a:t>
            </a:r>
            <a:r>
              <a:rPr lang="es" sz="1000">
                <a:solidFill>
                  <a:schemeClr val="dk1"/>
                </a:solidFill>
              </a:rPr>
              <a:t> Oracle está optimizado para transacciones críticas y complejas. Compatible con workloads OLTP intensivos del sector financiero.</a:t>
            </a:r>
            <a:br>
              <a:rPr lang="e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" sz="1000">
                <a:solidFill>
                  <a:schemeClr val="dk1"/>
                </a:solidFill>
              </a:rPr>
              <a:t>Alta disponibilidad:</a:t>
            </a:r>
            <a:r>
              <a:rPr lang="es" sz="1000">
                <a:solidFill>
                  <a:schemeClr val="dk1"/>
                </a:solidFill>
              </a:rPr>
              <a:t> Con Multi-AZ y soporte para Oracle Data Guard (en ediciones Enterprise).</a:t>
            </a:r>
            <a:br>
              <a:rPr lang="e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" sz="1000">
                <a:solidFill>
                  <a:schemeClr val="dk1"/>
                </a:solidFill>
              </a:rPr>
              <a:t>Auditoría y seguridad:</a:t>
            </a:r>
            <a:r>
              <a:rPr lang="es" sz="1000">
                <a:solidFill>
                  <a:schemeClr val="dk1"/>
                </a:solidFill>
              </a:rPr>
              <a:t> Oracle ofrece funcionalidades avanzadas como Database Vault, Fine-Grained Auditing (FGA) y cifrado a nivel de columna.</a:t>
            </a:r>
            <a:br>
              <a:rPr lang="e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" sz="1000">
                <a:solidFill>
                  <a:schemeClr val="dk1"/>
                </a:solidFill>
              </a:rPr>
              <a:t>Recuperación ante fallos:</a:t>
            </a:r>
            <a:r>
              <a:rPr lang="es" sz="1000">
                <a:solidFill>
                  <a:schemeClr val="dk1"/>
                </a:solidFill>
              </a:rPr>
              <a:t> Soporta backups automáticos, recuperación puntual y failover automático.</a:t>
            </a:r>
            <a:br>
              <a:rPr lang="e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" sz="1000">
                <a:solidFill>
                  <a:schemeClr val="dk1"/>
                </a:solidFill>
              </a:rPr>
              <a:t>Compatibilidad:</a:t>
            </a:r>
            <a:r>
              <a:rPr lang="es" sz="1000">
                <a:solidFill>
                  <a:schemeClr val="dk1"/>
                </a:solidFill>
              </a:rPr>
              <a:t> Útil si ya se utiliza Oracle on-premise, permite migraciones más limpias.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625" y="1564175"/>
            <a:ext cx="5547725" cy="318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48475" y="331300"/>
            <a:ext cx="86553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Escenario 2 – Tienda online en crecimiento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 Servicio elegido:</a:t>
            </a:r>
            <a:r>
              <a:rPr lang="es" sz="1100">
                <a:solidFill>
                  <a:schemeClr val="dk1"/>
                </a:solidFill>
              </a:rPr>
              <a:t> </a:t>
            </a:r>
            <a:r>
              <a:rPr b="1" lang="es" sz="1100">
                <a:solidFill>
                  <a:schemeClr val="dk1"/>
                </a:solidFill>
              </a:rPr>
              <a:t>Amazon Aurora MySQL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 Justificación técnica: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Alta disponibilidad (99,99%) y tolerancia a fallos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Escalabilidad automática para lectura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Rendimiento optimizado (hasta 5 veces superior a MySQL estándar)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Backups y mantenimiento sin interrupciones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Preparado para eventos especiales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Soporta ACID (Atomicity, Consistency, Isolation, Durability)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Más costoso que RDS, pero, en periodos de peak, conviene más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48475" y="331300"/>
            <a:ext cx="86553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Escenario 3 – Startup educativa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 Servicio elegido: Amazon RDS Postgress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 Justificación técnica: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Fácil y rápida implementación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Bajo costo y escalabilidad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PostgreSQL: potente y flexible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Seguridad lista para producción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Google Shape;70;p16"/>
          <p:cNvGraphicFramePr/>
          <p:nvPr/>
        </p:nvGraphicFramePr>
        <p:xfrm>
          <a:off x="133850" y="96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{952BDF4A-EF50-4B68-B8C8-F2DEE12FF5BF}</a:tableStyleId>
              </a:tblPr>
              <a:tblGrid>
                <a:gridCol w="1252900"/>
                <a:gridCol w="2300075"/>
                <a:gridCol w="53575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Escenario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Servicio elegido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Justificación técnica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Plataforma de banca digital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Amazon RDS for Oracle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Soporte para transacciones críticas, alta seguridad, auditoría avanzada, compatibilidad con Oracle existente, alta disponibilidad con Data Guard.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Tienda online en crecimiento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RDS MySQL con Read Replicas</a:t>
                      </a:r>
                      <a:r>
                        <a:rPr lang="es" sz="1100"/>
                        <a:t> </a:t>
                      </a:r>
                      <a:r>
                        <a:rPr i="1" lang="es" sz="1100"/>
                        <a:t>(o Aurora MySQL)</a:t>
                      </a:r>
                      <a:endParaRPr i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Escalabilidad de lectura, disponibilidad continua, menor costo, ideal para tráfico variable.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Startup educativa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RDS PostgreSQL estándar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Solución simple y rentable, ideal para empezar rápido sin mucha carga administrativa ni altos costos.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222950" y="342900"/>
            <a:ext cx="8461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Definiciones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workloads OLTP: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Son cargas de trabajo que manejan muchas transacciones pequeñas y rápidas, como insertar, actualizar o borrar datos. Son típicas en sistemas bancarios, e-commerce y aplicaciones empresariales.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Multi-AZ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Es una estrategia de alta disponibilidad que distribuye instancias de base de datos en múltiples zonas de disponibilidad (AZ) dentro de una región de nube.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Fine-Grained Auditing (FGA)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Es una funcionalidad de Oracle que permite auditar el acceso a datos a nivel de fila y columna, con condiciones muy específicas.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Database Vault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Una funcionalidad avanzada de seguridad en Oracle que impone controles de acceso altamente restrictivos, incluso para administradores.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Oracle Data Guard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Es una tecnología de replicación y recuperación ante desastres. Mantiene una copia en tiempo real (standby) de la base de datos principal.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